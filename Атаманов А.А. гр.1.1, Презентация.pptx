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5" r:id="rId5"/>
    <p:sldId id="264" r:id="rId6"/>
    <p:sldId id="263" r:id="rId7"/>
    <p:sldId id="266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Диаграммы для ВКР по теме: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Разработка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телеграм</a:t>
            </a:r>
            <a:r>
              <a:rPr lang="ru-RU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-бота для составления расписания ВУЗов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77544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Диаграмма вариантов использования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 case diagram)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Объект 6" descr="Изображение выглядит как текст, снимок экрана, диаграмм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4613C67-F8D1-5D35-8138-6D0A8895A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760" y="1600200"/>
            <a:ext cx="5234480" cy="4525963"/>
          </a:xfrm>
        </p:spPr>
      </p:pic>
    </p:spTree>
    <p:extLst>
      <p:ext uri="{BB962C8B-B14F-4D97-AF65-F5344CB8AC3E}">
        <p14:creationId xmlns:p14="http://schemas.microsoft.com/office/powerpoint/2010/main" val="203346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Диаграмма классов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classes diagram)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Объект 6" descr="Изображение выглядит как текст, снимок экрана, Шриф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4DE754A-05D0-A893-F345-6248DBC88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1306372"/>
            <a:ext cx="2016224" cy="5581142"/>
          </a:xfrm>
        </p:spPr>
      </p:pic>
    </p:spTree>
    <p:extLst>
      <p:ext uri="{BB962C8B-B14F-4D97-AF65-F5344CB8AC3E}">
        <p14:creationId xmlns:p14="http://schemas.microsoft.com/office/powerpoint/2010/main" val="217925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Диаграмма последовательности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sequence diagram)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Объект 6" descr="Изображение выглядит как текст, снимок экрана, Параллельный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47C2BA-5932-7E61-DE6D-D51B4CEBE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600200"/>
            <a:ext cx="4143530" cy="5098061"/>
          </a:xfrm>
        </p:spPr>
      </p:pic>
    </p:spTree>
    <p:extLst>
      <p:ext uri="{BB962C8B-B14F-4D97-AF65-F5344CB8AC3E}">
        <p14:creationId xmlns:p14="http://schemas.microsoft.com/office/powerpoint/2010/main" val="348261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Диаграмма состояний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state diagram)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Объект 4" descr="Изображение выглядит как текст, диаграмма, линия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EB92C60-2D84-B6D0-BACF-CCAB1E51B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246989"/>
            <a:ext cx="6264696" cy="5603891"/>
          </a:xfrm>
        </p:spPr>
      </p:pic>
    </p:spTree>
    <p:extLst>
      <p:ext uri="{BB962C8B-B14F-4D97-AF65-F5344CB8AC3E}">
        <p14:creationId xmlns:p14="http://schemas.microsoft.com/office/powerpoint/2010/main" val="3290088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Диаграмма деятельности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activity diagram)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Объект 6" descr="Изображение выглядит как текст, диаграмма, линия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5CBA8BC-B70B-2FAD-F745-6E68E96AB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92141"/>
            <a:ext cx="8229600" cy="4342080"/>
          </a:xfrm>
        </p:spPr>
      </p:pic>
    </p:spTree>
    <p:extLst>
      <p:ext uri="{BB962C8B-B14F-4D97-AF65-F5344CB8AC3E}">
        <p14:creationId xmlns:p14="http://schemas.microsoft.com/office/powerpoint/2010/main" val="421547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Прототип интерфейса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0062E9-F6B6-0697-1ED5-716217D0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7" y="2833604"/>
            <a:ext cx="7744906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93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50</Words>
  <Application>Microsoft Office PowerPoint</Application>
  <PresentationFormat>Экран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Poppins</vt:lpstr>
      <vt:lpstr>Times New Roman</vt:lpstr>
      <vt:lpstr>Тема Office</vt:lpstr>
      <vt:lpstr>Диаграммы для ВКР по теме: «Разработка телеграм-бота для составления расписания ВУЗов»</vt:lpstr>
      <vt:lpstr>Диаграмма вариантов использования (use case diagram)</vt:lpstr>
      <vt:lpstr>Диаграмма классов (classes diagram)</vt:lpstr>
      <vt:lpstr>Диаграмма последовательности (sequence diagram)</vt:lpstr>
      <vt:lpstr>Диаграмма состояний (state diagram)</vt:lpstr>
      <vt:lpstr>Диаграмма деятельности (activity diagram)</vt:lpstr>
      <vt:lpstr>Прототип интерфейса 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Диаграммы для ВКР по теме: «Распознавание жестов для управления презентацией»</dc:title>
  <dc:creator>Александр Атаманов</dc:creator>
  <cp:lastModifiedBy>Александр Атаманов</cp:lastModifiedBy>
  <cp:revision>9</cp:revision>
  <dcterms:created xsi:type="dcterms:W3CDTF">2025-03-27T08:56:30Z</dcterms:created>
  <dcterms:modified xsi:type="dcterms:W3CDTF">2026-04-21T20:19:58Z</dcterms:modified>
</cp:coreProperties>
</file>